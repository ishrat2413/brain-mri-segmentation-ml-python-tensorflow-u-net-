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League Spartan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212947797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212947797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SLIDES_API212947797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SLIDES_API212947797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SLIDES_API212947797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SLIDES_API212947797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SLIDES_API212947797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SLIDES_API212947797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SLIDES_API212947797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SLIDES_API212947797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SLIDES_API199477283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SLIDES_API1994772834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SLIDES_API1994772834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SLIDES_API1994772834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S_API1994772834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S_API1994772834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SLIDES_API1994772834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SLIDES_API1994772834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SLIDES_API143726849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SLIDES_API143726849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LIDES_API143726849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LIDES_API143726849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SLIDES_API143726849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SLIDES_API143726849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SLIDES_API11039572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SLIDES_API11039572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pexels.com/?utm_source=slides.ai.gpt&amp;utm_medium=presenta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pexels.com/?utm_source=slides.ai.gpt&amp;utm_medium=presenta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?utm_source=slides.ai.gpt&amp;utm_medium=presentat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0" y="996843"/>
            <a:ext cx="8520600" cy="11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Brain MRI Segmentation: Harnessing U-Net for Automated Tumor Detection</a:t>
            </a:r>
            <a:endParaRPr sz="2400" b="1" dirty="0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44303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League Spartan"/>
                <a:ea typeface="League Spartan"/>
                <a:cs typeface="League Spartan"/>
                <a:sym typeface="League Spartan"/>
              </a:rPr>
              <a:t>Automated and Efficient Segmentation of Brain Tumors Using U-Net</a:t>
            </a:r>
            <a:endParaRPr sz="1600" dirty="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556000" y="629525"/>
            <a:ext cx="507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064100" y="1474850"/>
            <a:ext cx="50799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Brain tumors are life-threatening and require accurate diagnosis.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Manual segmentation is time-consuming and error-prone.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Our goal: Automate brain tumor segmentation from MRI using U-Net.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Dataset used: TCGA-LGG (Low Grade Glioma)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67" name="Google Shape;67;p14" descr="MRI scan of brain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0"/>
            <a:ext cx="390042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556000" y="635000"/>
            <a:ext cx="5079900" cy="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Motivation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630250" y="1734800"/>
            <a:ext cx="5079900" cy="14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Gliomas can progress and become dangerous if untreated.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Early detection improves outcomes.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Deep learning ensures speed, consistency, and accuracy.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3556000" y="635000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Overview</a:t>
            </a:r>
            <a:endParaRPr sz="24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769550" y="1706550"/>
            <a:ext cx="5079900" cy="17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Source: The Cancer Imaging Archive (TCIA)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MRI modality: FLAIR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Total image–mask pairs: 3,929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Image size: Resized to 256x256 pixels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Mask type: Binary masks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2032050" y="217225"/>
            <a:ext cx="50799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Preprocessing Steps</a:t>
            </a:r>
            <a:endParaRPr sz="24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651575" y="1649850"/>
            <a:ext cx="4271700" cy="18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Paired MRI and mask files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Normalized pixel values to [0, 1]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Resize all images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Converted grayscale masks to binary using threshold 0.5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" y="2954475"/>
            <a:ext cx="4170074" cy="19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700" y="891325"/>
            <a:ext cx="3719238" cy="184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2032050" y="328625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U-Net Architecture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4869075" y="1387950"/>
            <a:ext cx="3927600" cy="23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Encoder-decoder structure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Skip connections for feature reuse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Encoder: Convolution + Max Pooling (64 to 1024 filters)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Decoder: Transposed Conv + Concatenation (1024 to 64 filters)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Final layer: 1x1 conv + Sigmoid for binary segmentation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4" name="Google Shape;104;p18" title="image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" y="1186100"/>
            <a:ext cx="4159637" cy="27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2032050" y="230425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Training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850525" y="1122063"/>
            <a:ext cx="4522500" cy="19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Optimizer: Adam (lr = 1e-4)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Loss function: Dice Loss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Epochs: 80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Batch size: 32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Callbacks: Early Stopping and Model Checkpoint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13" name="Google Shape;113;p19" title="h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7025" y="977400"/>
            <a:ext cx="3275929" cy="203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645" y="3149625"/>
            <a:ext cx="4855180" cy="17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2032050" y="384325"/>
            <a:ext cx="50799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Evaluation Matrices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4131600" y="2119725"/>
            <a:ext cx="5367300" cy="14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 b="1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Dice Coefficient</a:t>
            </a:r>
            <a:r>
              <a:rPr lang="en" sz="16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– measures overlap accuracy</a:t>
            </a:r>
            <a:endParaRPr sz="16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 b="1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IoU (Jaccard Index)</a:t>
            </a:r>
            <a:r>
              <a:rPr lang="en" sz="16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– stricter overlap metric</a:t>
            </a:r>
            <a:endParaRPr sz="16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 b="1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Pixel Accuracy</a:t>
            </a:r>
            <a:r>
              <a:rPr lang="en" sz="16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– overall correct pixel classification</a:t>
            </a:r>
            <a:endParaRPr sz="16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3" name="Google Shape;123;p20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700" y="1171750"/>
            <a:ext cx="3418299" cy="184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75" y="3413026"/>
            <a:ext cx="395287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3556000" y="635000"/>
            <a:ext cx="50799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556000" y="2031900"/>
            <a:ext cx="507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Dice Score: 0.88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IoU: 0.79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Pixel Accuracy: 99.8%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Performance improved steadily after epoch 30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2032050" y="235775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 Results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955225" y="1505675"/>
            <a:ext cx="5079900" cy="20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Example images with: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◆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Original MRI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◆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Ground truth mask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◆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Predicted mask by U-Net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Strong visual similarity between prediction and ground truth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525" y="1086075"/>
            <a:ext cx="3251200" cy="347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2032050" y="316125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Challenges Faced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4800075" y="1813350"/>
            <a:ext cx="3594000" cy="15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Detecting small tumor regions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Model worked only on 2D slices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Used only one modality (FLAIR)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51" name="Google Shape;151;p23" descr="Brain Scans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9675" y="1435200"/>
            <a:ext cx="3147141" cy="234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3556000" y="635000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Future Works</a:t>
            </a:r>
            <a:endParaRPr sz="2700" b="1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127000" y="4762500"/>
            <a:ext cx="126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FFF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Pixels</a:t>
            </a:r>
            <a:endParaRPr sz="800">
              <a:solidFill>
                <a:srgbClr val="FFFFFD"/>
              </a:solidFill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741675" y="1502700"/>
            <a:ext cx="507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Automated U-Net model performed effectively.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Reduced burden on radiologists.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Future improvements: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◆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Multi-modal input (T1, T2, FLAIR)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◆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3D U-Net for volumetric data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◆"/>
            </a:pPr>
            <a:r>
              <a:rPr lang="en" sz="1600">
                <a:latin typeface="League Spartan"/>
                <a:ea typeface="League Spartan"/>
                <a:cs typeface="League Spartan"/>
                <a:sym typeface="League Spartan"/>
              </a:rPr>
              <a:t>Post-processing (CRF, morphology)</a:t>
            </a:r>
            <a:endParaRPr sz="16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60" name="Google Shape;160;p24" descr="X-rays of brain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1125" y="241200"/>
            <a:ext cx="3949951" cy="4775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0"/>
            <a:ext cx="9144000" cy="88800"/>
          </a:xfrm>
          <a:prstGeom prst="rect">
            <a:avLst/>
          </a:prstGeom>
          <a:solidFill>
            <a:srgbClr val="FCBF01"/>
          </a:solidFill>
          <a:ln w="9525" cap="flat" cmpd="sng">
            <a:solidFill>
              <a:srgbClr val="FCB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ctrTitle"/>
          </p:nvPr>
        </p:nvSpPr>
        <p:spPr>
          <a:xfrm>
            <a:off x="311700" y="1447650"/>
            <a:ext cx="8520600" cy="11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5440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</a:t>
            </a:r>
            <a:endParaRPr sz="3200" b="1" dirty="0">
              <a:solidFill>
                <a:srgbClr val="54404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Office PowerPoint</Application>
  <PresentationFormat>On-screen Show (16:9)</PresentationFormat>
  <Paragraphs>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League Spartan</vt:lpstr>
      <vt:lpstr>Arial</vt:lpstr>
      <vt:lpstr>Simple Light</vt:lpstr>
      <vt:lpstr>Brain MRI Segmentation: Harnessing U-Net for Automated Tumor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Ishrat Jahan Rintu</cp:lastModifiedBy>
  <cp:revision>3</cp:revision>
  <dcterms:modified xsi:type="dcterms:W3CDTF">2025-11-03T07:06:39Z</dcterms:modified>
</cp:coreProperties>
</file>